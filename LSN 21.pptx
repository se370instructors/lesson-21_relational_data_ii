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933DD-42CD-46B1-A0C6-C4EBA4B9CADA}" v="2" dt="2022-03-16T13:58:26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5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3/16/2022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US" sz="5400">
                <a:latin typeface="Roboto" panose="02000000000000000000" pitchFamily="2" charset="0"/>
                <a:ea typeface="Roboto" panose="02000000000000000000" pitchFamily="2" charset="0"/>
              </a:rPr>
              <a:t>Lesson </a:t>
            </a:r>
            <a:r>
              <a:rPr lang="en-US" sz="5400">
                <a:ea typeface="Roboto" panose="02000000000000000000" pitchFamily="2" charset="0"/>
              </a:rPr>
              <a:t>21</a:t>
            </a:r>
            <a:r>
              <a:rPr lang="en-US" sz="540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5400"/>
              <a:t>Relational data II</a:t>
            </a:r>
            <a:endParaRPr lang="en-US" sz="5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n-US" sz="200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2000"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  <p:sp>
        <p:nvSpPr>
          <p:cNvPr id="1045" name="Freeform: Shape 191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D73D5C-6C30-45C1-8D5C-3E70144B1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425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21: Relational data II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Understand the advantages and disadvantages of a relational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Create and query a relational database to answer simple questions </a:t>
            </a:r>
            <a:endParaRPr lang="en-US" sz="20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22: Data Visualization 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Visualize and summarize data using ggplot2 for data exploration (or hypothesis generation)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Understand and apply facets and aesthetics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Use different geometric objects ("</a:t>
            </a:r>
            <a:r>
              <a:rPr lang="en-US" sz="3200" dirty="0" err="1"/>
              <a:t>geoms</a:t>
            </a:r>
            <a:r>
              <a:rPr lang="en-US" sz="3200" dirty="0"/>
              <a:t>") to represent data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95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21: Relational data II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4</cp:revision>
  <dcterms:created xsi:type="dcterms:W3CDTF">2022-02-03T16:03:15Z</dcterms:created>
  <dcterms:modified xsi:type="dcterms:W3CDTF">2022-03-16T13:59:06Z</dcterms:modified>
</cp:coreProperties>
</file>